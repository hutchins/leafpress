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120</c:v>
                </c:pt>
                <c:pt idx="2">
                  <c:v>140</c:v>
                </c:pt>
                <c:pt idx="3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85</c:v>
                </c:pt>
                <c:pt idx="2">
                  <c:v>90</c:v>
                </c:pt>
                <c:pt idx="3">
                  <c:v>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Verify special characters and emoji survive import.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detailed speaker notes.</a:t>
            </a:r>
          </a:p>
          <a:p>
            <a:r>
              <a:t>They span multiple lines.</a:t>
            </a:r>
          </a:p>
          <a:p>
            <a:r>
              <a:t>Line 3: mention the quarterly targets.</a:t>
            </a:r>
          </a:p>
          <a:p>
            <a:r>
              <a:t>Line 4: discuss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docs" TargetMode="External"/><Relationship Id="rId3" Type="http://schemas.openxmlformats.org/officeDocument/2006/relationships/hyperlink" Target="https://example.com/api" TargetMode="External"/><Relationship Id="rId4" Type="http://schemas.openxmlformats.org/officeDocument/2006/relationships/hyperlink" Target="https://github.com/example/repo" TargetMode="External"/><Relationship Id="rId5" Type="http://schemas.openxmlformats.org/officeDocument/2006/relationships/hyperlink" Target="https://github.com/example/repo/issue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Comprehensive Feature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every supported PPTX feature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Bold text</a:t>
            </a:r>
            <a:r>
              <a:t> and </a:t>
            </a:r>
            <a:r>
              <a:rPr i="1"/>
              <a:t>italic text</a:t>
            </a:r>
            <a:r>
              <a:t> and </a:t>
            </a:r>
            <a:r>
              <a:rPr b="1" i="1"/>
              <a:t>bold italic</a:t>
            </a:r>
          </a:p>
          <a:p>
            <a:r>
              <a:t>Water: H</a:t>
            </a:r>
            <a:r>
              <a:rPr baseline="-25000"/>
              <a:t>2</a:t>
            </a:r>
            <a:r>
              <a:t>O | Energy: E=mc</a:t>
            </a:r>
            <a:r>
              <a:rPr baseline="30000"/>
              <a:t>2</a:t>
            </a:r>
          </a:p>
          <a:p>
            <a:r>
              <a:rPr>
                <a:latin typeface="Arial"/>
              </a:rPr>
              <a:t>Arial. </a:t>
            </a:r>
            <a:r>
              <a:rPr>
                <a:latin typeface="Times New Roman"/>
              </a:rPr>
              <a:t>Times New Roman. </a:t>
            </a:r>
            <a:r>
              <a:rPr>
                <a:latin typeface="Courier New"/>
              </a:rPr>
              <a:t>Courier (monospace).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Special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© ® ™ § ° ± — – • … € £ ¥</a:t>
            </a:r>
          </a:p>
          <a:p>
            <a:r>
              <a:t>Emoji: 😀 🚀 📚 ✅ ❌ 🔥 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Level 0</a:t>
            </a:r>
          </a:p>
          <a:p>
            <a:pPr lvl="1"/>
            <a:r>
              <a:t>Bullet Level 1</a:t>
            </a:r>
          </a:p>
          <a:p>
            <a:pPr lvl="2"/>
            <a:r>
              <a:t>Bullet Level 2</a:t>
            </a:r>
          </a:p>
          <a:p>
            <a:pPr lvl="3"/>
            <a:r>
              <a:t>Bullet Level 3</a:t>
            </a:r>
          </a:p>
          <a:p>
            <a:pPr/>
            <a:r>
              <a:t>Back to Level 0</a:t>
            </a:r>
          </a:p>
          <a:p>
            <a:pPr lvl="1"/>
            <a:r>
              <a:t>Another sub-item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Import 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features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Import 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Charts | shapes limited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Import 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Formulas not evaluated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Import TEX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TikZ unsupported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hlinkClick r:id="rId2"/>
              </a:rPr>
              <a:t>Documentation</a:t>
            </a:r>
          </a:p>
          <a:p>
            <a:r>
              <a:rPr>
                <a:hlinkClick r:id="rId3"/>
              </a:rPr>
              <a:t>API Reference</a:t>
            </a:r>
          </a:p>
          <a:p>
            <a:r>
              <a:rPr>
                <a:hlinkClick r:id="rId4"/>
              </a:rPr>
              <a:t>Source Code</a:t>
            </a:r>
          </a:p>
          <a:p>
            <a:r>
              <a:rPr>
                <a:hlinkClick r:id="rId5"/>
              </a:rPr>
              <a:t>Issue Tracker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_tmp_comp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828800"/>
          </a:xfrm>
          <a:prstGeom prst="rect">
            <a:avLst/>
          </a:prstGeom>
        </p:spPr>
      </p:pic>
      <p:pic>
        <p:nvPicPr>
          <p:cNvPr id="5" name="Picture 4" descr="_tmp_comp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a textbox with custom positioning.</a:t>
            </a:r>
          </a:p>
          <a:p>
            <a:r>
              <a:t>Textboxes are free-floating text containers.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Another textbox for callout 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Rectangle shape with text</a:t>
            </a:r>
          </a:p>
        </p:txBody>
      </p:sp>
      <p:sp>
        <p:nvSpPr>
          <p:cNvPr id="3" name="Oval 2"/>
          <p:cNvSpPr/>
          <p:nvPr/>
        </p:nvSpPr>
        <p:spPr>
          <a:xfrm>
            <a:off x="4572000" y="914400"/>
            <a:ext cx="27432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Oval shape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828800" y="3657600"/>
            <a:ext cx="3657600" cy="9144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Arrow shape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Detailed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the speaker notes.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