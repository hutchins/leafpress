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this is the first quarter we exceeded the SLA. Mention the database migration specifically.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Pipeline P99 is high — discuss optimization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ashboard.example.com" TargetMode="External"/><Relationship Id="rId3" Type="http://schemas.openxmlformats.org/officeDocument/2006/relationships/hyperlink" Target="https://github.com/example/runbook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2024 Engineering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Platform Team ·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reliability improved to </a:t>
            </a:r>
            <a:r>
              <a:rPr b="1"/>
              <a:t>99.95% uptime</a:t>
            </a:r>
            <a:r>
              <a:t>, exceeding the </a:t>
            </a:r>
            <a:r>
              <a:rPr i="1"/>
              <a:t>99.9% SLA target</a:t>
            </a:r>
            <a:r>
              <a:t>.</a:t>
            </a:r>
          </a:p>
          <a:p>
            <a:r>
              <a:t>Key migrations completed on schedule with zero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Infrastructure</a:t>
            </a:r>
          </a:p>
          <a:p>
            <a:pPr lvl="1"/>
            <a:r>
              <a:t>Migrated to Kubernetes 1.28</a:t>
            </a:r>
          </a:p>
          <a:p>
            <a:pPr lvl="1"/>
            <a:r>
              <a:t>Reduced cloud spend by 18%</a:t>
            </a:r>
          </a:p>
          <a:p>
            <a:pPr/>
            <a:r>
              <a:t>Developer Experience</a:t>
            </a:r>
          </a:p>
          <a:p>
            <a:pPr lvl="1"/>
            <a:r>
              <a:t>CI pipeline reduced from 45min to 12min</a:t>
            </a:r>
          </a:p>
          <a:p>
            <a:pPr lvl="1"/>
            <a:r>
              <a:t>Introduced feature flag system</a:t>
            </a:r>
          </a:p>
          <a:p>
            <a:pPr lvl="2"/>
            <a:r>
              <a:t>Supports gradual rollouts</a:t>
            </a:r>
          </a:p>
          <a:p>
            <a:pPr lvl="2"/>
            <a:r>
              <a:t>A/B testing integration</a:t>
            </a:r>
          </a:p>
          <a:p>
            <a:pPr/>
            <a:r>
              <a:t>Observability</a:t>
            </a:r>
          </a:p>
          <a:p>
            <a:pPr lvl="1"/>
            <a:r>
              <a:t>Deployed distributed tracing</a:t>
            </a:r>
          </a:p>
          <a:p>
            <a:pPr lvl="1"/>
            <a:r>
              <a:t>Alert noise reduced by 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P50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P99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 Rate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Auth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Data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Search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_tmp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2"/>
              </a:rPr>
              <a:t>Project Dashboard</a:t>
            </a:r>
          </a:p>
          <a:p>
            <a:r>
              <a:rPr>
                <a:hlinkClick r:id="rId3"/>
              </a:rPr>
              <a:t>Runbook Repository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