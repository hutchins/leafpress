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Highlight that this is the first quarter we exceeded the SLA. Mention the database migration specifically.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Data Pipeline P99 is high — discuss optimization plans.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dashboard.example.com" TargetMode="External"/><Relationship Id="rId3" Type="http://schemas.openxmlformats.org/officeDocument/2006/relationships/hyperlink" Target="https://github.com/example/runbooks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Q4 2024 Engineering Review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Platform Team · December 2024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Executive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Platform reliability improved to </a:t>
            </a:r>
            <a:r>
              <a:rPr b="1"/>
              <a:t>99.95% uptime</a:t>
            </a:r>
            <a:r>
              <a:t>, exceeding the </a:t>
            </a:r>
            <a:r>
              <a:rPr i="1"/>
              <a:t>99.9% SLA target</a:t>
            </a:r>
            <a:r>
              <a:t>.</a:t>
            </a:r>
          </a:p>
          <a:p>
            <a:r>
              <a:t>Key migrations completed on schedule with zero downtime.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Achievements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Infrastructure</a:t>
            </a:r>
          </a:p>
          <a:p>
            <a:pPr lvl="1"/>
            <a:r>
              <a:t>Migrated to Kubernetes 1.28</a:t>
            </a:r>
          </a:p>
          <a:p>
            <a:pPr lvl="1"/>
            <a:r>
              <a:t>Reduced cloud spend by 18%</a:t>
            </a:r>
          </a:p>
          <a:p>
            <a:pPr/>
            <a:r>
              <a:t>Developer Experience</a:t>
            </a:r>
          </a:p>
          <a:p>
            <a:pPr lvl="1"/>
            <a:r>
              <a:t>CI pipeline reduced from 45min to 12min</a:t>
            </a:r>
          </a:p>
          <a:p>
            <a:pPr lvl="1"/>
            <a:r>
              <a:t>Introduced feature flag system</a:t>
            </a:r>
          </a:p>
          <a:p>
            <a:pPr lvl="2"/>
            <a:r>
              <a:t>Supports gradual rollouts</a:t>
            </a:r>
          </a:p>
          <a:p>
            <a:pPr lvl="2"/>
            <a:r>
              <a:t>A/B testing integration</a:t>
            </a:r>
          </a:p>
          <a:p>
            <a:pPr/>
            <a:r>
              <a:t>Observability</a:t>
            </a:r>
          </a:p>
          <a:p>
            <a:pPr lvl="1"/>
            <a:r>
              <a:t>Deployed distributed tracing</a:t>
            </a:r>
          </a:p>
          <a:p>
            <a:pPr lvl="1"/>
            <a:r>
              <a:t>Alert noise reduced by 60%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Performance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828800"/>
          <a:ext cx="82296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548640">
                <a:tc>
                  <a:txBody>
                    <a:bodyPr/>
                    <a:lstStyle/>
                    <a:p>
                      <a:r>
                        <a:t>Service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P50 (ms)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P99 (ms)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Error Rate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API Gateway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0.02%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Auth Service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0.01%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Data Pipeline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800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0.15%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Search Index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0.05%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Architecture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Picture 3" descr="_tmp_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28800"/>
            <a:ext cx="365760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>
                <a:hlinkClick r:id="rId2"/>
              </a:rPr>
              <a:t>Project Dashboard</a:t>
            </a:r>
          </a:p>
          <a:p>
            <a:r>
              <a:rPr>
                <a:hlinkClick r:id="rId3"/>
              </a:rPr>
              <a:t>Runbook Repository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